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91A4"/>
                </a:solidFill>
                <a:latin typeface="Aptos"/>
              </a:defRPr>
            </a:pPr>
            <a:r>
              <a:t>01  /  TISH MORFOLOGIYASI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A2047"/>
                </a:solidFill>
                <a:latin typeface="Aptos"/>
              </a:defRPr>
            </a:pPr>
            <a:r>
              <a:t>Tish qatlamlari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778B"/>
                </a:solidFill>
                <a:latin typeface="Aptos"/>
              </a:defRPr>
            </a:pPr>
            <a:r>
              <a:t>DENTAL EXPERT  ·  VIZUAL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93392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A2047"/>
                </a:solidFill>
                <a:latin typeface="Aptos"/>
              </a:defRPr>
            </a:pPr>
            <a:r>
              <a:t>Rasmli kuzatish va qisqa bilim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529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A778B"/>
                </a:solidFill>
                <a:latin typeface="Aptos"/>
              </a:defRPr>
            </a:pPr>
            <a:r>
              <a:t>Bemor ma’lumoti emas · klinik tashxis emas</a:t>
            </a:r>
          </a:p>
        </p:txBody>
      </p:sp>
      <p:pic>
        <p:nvPicPr>
          <p:cNvPr id="7" name="Picture 6" descr="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9834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91A4"/>
                </a:solidFill>
                <a:latin typeface="Aptos"/>
              </a:defRPr>
            </a:pPr>
            <a:r>
              <a:t>02  /  RASMGA QARANG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A2047"/>
                </a:solidFill>
                <a:latin typeface="Aptos"/>
              </a:defRPr>
            </a:pPr>
            <a:r>
              <a:t>To‘rtta ko‘rinadigan qism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778B"/>
                </a:solidFill>
                <a:latin typeface="Aptos"/>
              </a:defRPr>
            </a:pPr>
            <a:r>
              <a:t>DENTAL EXPERT  ·  VIZUAL DEMO</a:t>
            </a:r>
          </a:p>
        </p:txBody>
      </p:sp>
      <p:pic>
        <p:nvPicPr>
          <p:cNvPr id="5" name="Picture 4" descr="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4773168" cy="4773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1A4"/>
                </a:solidFill>
                <a:latin typeface="Aptos"/>
              </a:defRPr>
            </a:pPr>
            <a:r>
              <a:t>01  Emal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9280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A778B"/>
                </a:solidFill>
                <a:latin typeface="Aptos"/>
              </a:defRPr>
            </a:pPr>
            <a:r>
              <a:t>Tashqi toj qatlami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78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1A4"/>
                </a:solidFill>
                <a:latin typeface="Aptos"/>
              </a:defRPr>
            </a:pPr>
            <a:r>
              <a:t>02  Dentin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626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A778B"/>
                </a:solidFill>
                <a:latin typeface="Aptos"/>
              </a:defRPr>
            </a:pPr>
            <a:r>
              <a:t>Emal ostidagi qism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48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1A4"/>
                </a:solidFill>
                <a:latin typeface="Aptos"/>
              </a:defRPr>
            </a:pPr>
            <a:r>
              <a:t>03  Pulpa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0325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A778B"/>
                </a:solidFill>
                <a:latin typeface="Aptos"/>
              </a:defRPr>
            </a:pPr>
            <a:r>
              <a:t>Markazdagi pushti qism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7183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1A4"/>
                </a:solidFill>
                <a:latin typeface="Aptos"/>
              </a:defRPr>
            </a:pPr>
            <a:r>
              <a:t>04  Ildiz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102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A778B"/>
                </a:solidFill>
                <a:latin typeface="Aptos"/>
              </a:defRPr>
            </a:pPr>
            <a:r>
              <a:t>Pastga davom etgan qism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91A4"/>
                </a:solidFill>
                <a:latin typeface="Aptos"/>
              </a:defRPr>
            </a:pPr>
            <a:r>
              <a:t>03  /  O‘ZINGIZ TEKSHIRING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A2047"/>
                </a:solidFill>
                <a:latin typeface="Aptos"/>
              </a:defRPr>
            </a:pPr>
            <a:r>
              <a:t>Rasmda toping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778B"/>
                </a:solidFill>
                <a:latin typeface="Aptos"/>
              </a:defRPr>
            </a:pPr>
            <a:r>
              <a:t>DENTAL EXPERT  ·  VIZUAL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1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9164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A2047"/>
                </a:solidFill>
                <a:latin typeface="Aptos"/>
              </a:defRPr>
            </a:pPr>
            <a:r>
              <a:t>Tashqi oq qavatni ko‘rsating.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1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88036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A2047"/>
                </a:solidFill>
                <a:latin typeface="Aptos"/>
              </a:defRPr>
            </a:pPr>
            <a:r>
              <a:t>Markazdagi pushti joyni ko‘rsating.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1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06908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A2047"/>
                </a:solidFill>
                <a:latin typeface="Aptos"/>
              </a:defRPr>
            </a:pPr>
            <a:r>
              <a:t>Ildizlarni ko‘rsating.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052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A778B"/>
                </a:solidFill>
                <a:latin typeface="Aptos"/>
              </a:defRPr>
            </a:pPr>
            <a:r>
              <a:t>Javobni ilovadagi interaktiv testda tanlang.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91A4"/>
                </a:solidFill>
                <a:latin typeface="Aptos"/>
              </a:defRPr>
            </a:pPr>
            <a:r>
              <a:t>04  /  MANBA HOLATI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A2047"/>
                </a:solidFill>
                <a:latin typeface="Aptos"/>
              </a:defRPr>
            </a:pPr>
            <a:r>
              <a:t>Nashrdan oldingi tekshiruv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778B"/>
                </a:solidFill>
                <a:latin typeface="Aptos"/>
              </a:defRPr>
            </a:pPr>
            <a:r>
              <a:t>DENTAL EXPERT  ·  VIZUAL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A2047"/>
                </a:solidFill>
                <a:latin typeface="Aptos"/>
              </a:defRPr>
            </a:pPr>
            <a:r>
              <a:t>Tasvir: loyiha egasi yuborgan tish kesimi asosidagi vizual.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A778B"/>
                </a:solidFill>
                <a:latin typeface="Aptos"/>
              </a:defRPr>
            </a:pPr>
            <a:r>
              <a:t>Bu rasm klinik anatomiya sifatida tasdiqlanmagan. Darslik, nashr va aniq bet/bo‘lim manbalari hali tekshirilmagan; tasdiqlanmaguncha bu slaydlar faqat dizayn va o‘quv oqimi demosidir.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91A4"/>
                </a:solidFill>
                <a:latin typeface="Aptos"/>
              </a:defRPr>
            </a:pPr>
            <a:r>
              <a:t>Ustoz: rasmni ko‘rsatib, talabadan sababli izoh va qayta ishlashni so‘rang.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